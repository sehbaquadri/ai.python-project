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Recognition using PCA and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Implementation of PCA with ANN Algorithm</a:t>
            </a:r>
          </a:p>
          <a:p>
            <a:r>
              <a:t>Face Recognition System</a:t>
            </a:r>
          </a:p>
          <a:p/>
          <a:p>
            <a:r>
              <a:t>Name: Sehba Quadri</a:t>
            </a:r>
          </a:p>
          <a:p>
            <a:r>
              <a:t>Branch: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 recognition is a biometric system.</a:t>
            </a:r>
          </a:p>
          <a:p>
            <a:r>
              <a:t>PCA reduces dimensionality using Eigenfaces.</a:t>
            </a:r>
          </a:p>
          <a:p>
            <a:r>
              <a:t>ANN performs classification using learned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face recognition system</a:t>
            </a:r>
          </a:p>
          <a:p>
            <a:r>
              <a:t>Implement PCA manually</a:t>
            </a:r>
          </a:p>
          <a:p>
            <a:r>
              <a:t>Train ANN using backpropagation</a:t>
            </a:r>
          </a:p>
          <a:p>
            <a:r>
              <a:t>Evaluate accuracy and imposters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ORL Face Dataset</a:t>
            </a:r>
          </a:p>
          <a:p>
            <a:r>
              <a:t>Multiple persons</a:t>
            </a:r>
          </a:p>
          <a:p>
            <a:r>
              <a:t>Grayscale images</a:t>
            </a:r>
          </a:p>
          <a:p>
            <a:r>
              <a:t>Used for training and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Acquisition</a:t>
            </a:r>
          </a:p>
          <a:p>
            <a:r>
              <a:t>Preprocessing</a:t>
            </a:r>
          </a:p>
          <a:p>
            <a:r>
              <a:t>PCA Feature Extraction</a:t>
            </a:r>
          </a:p>
          <a:p>
            <a:r>
              <a:t>ANN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-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Dataset</a:t>
            </a:r>
          </a:p>
          <a:p>
            <a:r>
              <a:t>Mean Calculation</a:t>
            </a:r>
          </a:p>
          <a:p>
            <a:r>
              <a:t>Covariance Matrix</a:t>
            </a:r>
          </a:p>
          <a:p>
            <a:r>
              <a:t>Eigenfaces</a:t>
            </a:r>
          </a:p>
          <a:p>
            <a:r>
              <a:t>Feature Vectors</a:t>
            </a:r>
          </a:p>
          <a:p>
            <a:r>
              <a:t>ANN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-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Test Image</a:t>
            </a:r>
          </a:p>
          <a:p>
            <a:r>
              <a:t>Mean Subtraction</a:t>
            </a:r>
          </a:p>
          <a:p>
            <a:r>
              <a:t>PCA Projection</a:t>
            </a:r>
          </a:p>
          <a:p>
            <a:r>
              <a:t>ANN Prediction</a:t>
            </a:r>
          </a:p>
          <a:p>
            <a:r>
              <a:t>Recognized or Imposter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Image → Preprocessing → PCA → ANN →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image to vector</a:t>
            </a:r>
          </a:p>
          <a:p>
            <a:r>
              <a:t>Compute mean face</a:t>
            </a:r>
          </a:p>
          <a:p>
            <a:r>
              <a:t>Subtract mean</a:t>
            </a:r>
          </a:p>
          <a:p>
            <a:r>
              <a:t>Compute covariance</a:t>
            </a:r>
          </a:p>
          <a:p>
            <a:r>
              <a:t>Eigen decomposition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Eigenfaces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k eigenvectors selected</a:t>
            </a:r>
          </a:p>
          <a:p>
            <a:r>
              <a:t>Eigenfaces represent important facial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PCA features</a:t>
            </a:r>
          </a:p>
          <a:p>
            <a:r>
              <a:t>Hidden Layer</a:t>
            </a:r>
          </a:p>
          <a:p>
            <a:r>
              <a:t>Output Layer</a:t>
            </a:r>
          </a:p>
          <a:p>
            <a:r>
              <a:t>Backpropagation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vs 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increases with k</a:t>
            </a:r>
          </a:p>
          <a:p>
            <a:r>
              <a:t>Optimal k gives best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Imposter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image not in training set</a:t>
            </a:r>
          </a:p>
          <a:p>
            <a:r>
              <a:t>Distance threshold used</a:t>
            </a:r>
          </a:p>
          <a:p>
            <a:r>
              <a:t>Rejected as not enrolled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recognition accuracy</a:t>
            </a:r>
          </a:p>
          <a:p>
            <a:r>
              <a:t>Handles dimensionality reduction</a:t>
            </a:r>
          </a:p>
          <a:p>
            <a:r>
              <a:t>Efficient classification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 reduces complexity</a:t>
            </a:r>
          </a:p>
          <a:p>
            <a:r>
              <a:t>ANN improves recognition</a:t>
            </a:r>
          </a:p>
          <a:p>
            <a:r>
              <a:t>System works effectively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deep learning</a:t>
            </a:r>
          </a:p>
          <a:p>
            <a:r>
              <a:t>Larger datasets</a:t>
            </a:r>
          </a:p>
          <a:p>
            <a:r>
              <a:t>Real-time recognition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